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8695024-1b3a-f354-d3cc-40bc48821380}">
          <p14:sldIdLst>
            <p14:sldId id="256"/>
            <p14:sldId id="257"/>
          </p14:sldIdLst>
        </p14:section>
        <p14:section name="La plateforme" id="{f7340988-bdd8-8008-aebf-8928e0f8609f}">
          <p14:sldIdLst>
            <p14:sldId id="258"/>
            <p14:sldId id="259"/>
            <p14:sldId id="260"/>
          </p14:sldIdLst>
        </p14:section>
        <p14:section name="Fonds et BoM" id="{b46bf6d5-ac0c-9d8d-cd5b-17b0f8ab4b22}">
          <p14:sldIdLst>
            <p14:sldId id="261"/>
            <p14:sldId id="262"/>
          </p14:sldIdLst>
        </p14:section>
        <p14:section name="Qualité" id="{f65b3982-0bbb-2b0d-a1ae-12b8aaaec13e}">
          <p14:sldIdLst>
            <p14:sldId id="263"/>
          </p14:sldIdLst>
        </p14:section>
        <p14:section name="Suite" id="{a16613b4-8639-5eab-6340-947f0353945c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590 vérifications couvrent les neuf modules, sur des données fictives uniquement.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zéro blocage et un approbateur qui n'a jamais eu la main sur le dossier : ni créateur, ni analyste, ni auteur d'une réassignation.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S04d a été recapturée le 30 octobre avec ClamAV et les signatures officielles : chaque pièce affiche « antivirus OK », ce qui veut dire « aucune signature connue détectée ». 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tournent avec une seule commande : tests/run_tests.sh. Ils prouvent que le code applique les règles figées, pas que ces règles sont les bonnes pour MIPS. Les trois failles corrigées sont dans la PR #10.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Aussi côté IT : seuil de blocage par adresse IP (50 échecs, à confronter au trafic du bureau) ; la mise à jour du schéma déconnecte tous les utilisateurs une fois. 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Tant que le modèle n'est pas choisi, ne pas développer la réconciliation trust et ne pas la promettre au régulateur.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prototype testé, deux décisions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11 suites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décider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modèle de flux de fonds de SPIN (passerelle ou encaissement pour compte) et la lecture des textes de la Banque de Maurice.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jamais intervenu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passerelle ou encaissement pour compte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modèle actuel probable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option SPIN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actif sur la démo seulement (S04d)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 construit ; dépend du modèle A / 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590 vérifications automatiques ont déjà corrigé trois failles</a:t>
            </a:r>
            <a:endParaRPr lang="en-US" sz="3000" dirty="0"/>
          </a:p>
        </p:txBody>
      </p:sp>
      <p:graphicFrame>
        <p:nvGraphicFramePr>
          <p:cNvPr id="9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Suite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Vérifications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Approbation KYC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Reporting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Fiches marchands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(ClamAV)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2FA obligatoire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Administration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Données fictives, montants attendus calculés à la main. Quatorze erreurs volontaires dans le code : toutes détectées.</a:t>
            </a:r>
            <a:endParaRPr lang="en-US" sz="1200" dirty="0"/>
          </a:p>
        </p:txBody>
      </p:sp>
      <p:sp>
        <p:nvSpPr>
          <p:cNvPr id="5" name="fix-0"/>
          <p:cNvSpPr/>
          <p:nvPr/>
        </p:nvSpPr>
        <p:spPr>
          <a:xfrm>
            <a:off x="5120640" y="123444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fixdot-0"/>
          <p:cNvSpPr/>
          <p:nvPr/>
        </p:nvSpPr>
        <p:spPr>
          <a:xfrm>
            <a:off x="5303520" y="141732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325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Blocage des connexions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099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Cinq échecs depuis une adresse bloquaient tout le bureau. Désormais par compte ; une adresse seulement au-delà de 50 échecs.</a:t>
            </a:r>
            <a:endParaRPr lang="en-US" sz="1200" dirty="0"/>
          </a:p>
        </p:txBody>
      </p:sp>
      <p:sp>
        <p:nvSpPr>
          <p:cNvPr id="9" name="fix-1"/>
          <p:cNvSpPr/>
          <p:nvPr/>
        </p:nvSpPr>
        <p:spPr>
          <a:xfrm>
            <a:off x="5120640" y="242316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fixdot-1"/>
          <p:cNvSpPr/>
          <p:nvPr/>
        </p:nvSpPr>
        <p:spPr>
          <a:xfrm>
            <a:off x="5303520" y="260604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5146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Sessions après changement de mot de passe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89864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Deux changements dans la même seconde laissaient une session ouverte. Heure enregistrée à la microseconde.</a:t>
            </a:r>
            <a:endParaRPr lang="en-US" sz="1200" dirty="0"/>
          </a:p>
        </p:txBody>
      </p:sp>
      <p:sp>
        <p:nvSpPr>
          <p:cNvPr id="13" name="fix-2"/>
          <p:cNvSpPr/>
          <p:nvPr/>
        </p:nvSpPr>
        <p:spPr>
          <a:xfrm>
            <a:off x="5120640" y="361188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fixdot-2"/>
          <p:cNvSpPr/>
          <p:nvPr/>
        </p:nvSpPr>
        <p:spPr>
          <a:xfrm>
            <a:off x="5303520" y="379476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703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Double regard sur l'approbation KYC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08736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 analyste approbateur pouvait réassigner le dossier puis le trancher. Désormais exclu, comme toute personne qui a eu la main sur le dossier.</a:t>
            </a:r>
            <a:endParaRPr lang="en-US" sz="1200" dirty="0"/>
          </a:p>
        </p:txBody>
      </p:sp>
      <p:sp>
        <p:nvSpPr>
          <p:cNvPr id="17" name="fix-3"/>
          <p:cNvSpPr/>
          <p:nvPr/>
        </p:nvSpPr>
        <p:spPr>
          <a:xfrm>
            <a:off x="5120640" y="480060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fixdot-3"/>
          <p:cNvSpPr/>
          <p:nvPr/>
        </p:nvSpPr>
        <p:spPr>
          <a:xfrm>
            <a:off x="5303520" y="498348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15000" y="48920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 prouve pas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527608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Les règles métier (unité, remboursements, TVA), le vrai BigQuery, un vrai mois MCB, le taux de détection de l'antivirus (signature de test), les écrans.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Sans code : seulement en modèle 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CEO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A ou B pour SPIN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deux décisions en rouge conditionnent le module trust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Choisir le modèle de flux de fonds de SPIN (A ou B)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2026-10-30T15:20:23Z</dcterms:created>
  <dcterms:modified xsi:type="dcterms:W3CDTF">2026-10-30T15:20:23Z</dcterms:modified>
</cp:coreProperties>
</file>