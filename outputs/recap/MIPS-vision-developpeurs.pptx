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338871d1-afc6-7acd-b732-9d1032f04271}">
          <p14:sldIdLst>
            <p14:sldId id="256"/>
            <p14:sldId id="257"/>
          </p14:sldIdLst>
        </p14:section>
        <p14:section name="Architecture" id="{e8e4fe59-3253-0fe4-3505-6006cb504683}">
          <p14:sldIdLst>
            <p14:sldId id="258"/>
            <p14:sldId id="259"/>
            <p14:sldId id="260"/>
            <p14:sldId id="261"/>
          </p14:sldIdLst>
        </p14:section>
        <p14:section name="Parcours et données" id="{ee327ec1-aae0-c614-4d82-bbccb9eed7e8}">
          <p14:sldIdLst>
            <p14:sldId id="262"/>
            <p14:sldId id="263"/>
          </p14:sldIdLst>
        </p14:section>
        <p14:section name="Tests et sécurité" id="{011ddb9b-e7bc-0b12-6fe9-52ec8d5ed452}">
          <p14:sldIdLst>
            <p14:sldId id="264"/>
            <p14:sldId id="265"/>
            <p14:sldId id="266"/>
          </p14:sldIdLst>
        </p14:section>
        <p14:section name="Feuille de route" id="{55b0c3b7-40a8-16d6-4f33-73d422986e6f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prouvent que le code applique les règles figées, pas que ces règles sont les bonnes : unité de somme_totale, remboursements et TVA restent à confirmer par la finance. staff_2fa_required_test.py active la règle « 2FA obligatoire pour admin et finance » le temps de la suite (désactivée ailleurs pour que les autres suites se connectent par mot de passe). antivirus_clamav_test.py fait tourner le vrai moteur ClamAV avec une signature de test (EICAR) : les signatures officielles ne sont pas téléchargeables dans l'environnement de test. En production, utiliser le démon clamd (clamdscan --fdpass) plutôt que clamscan, qui recharge toute la base à chaque fichier, et surveiller freshclam : sans signatures, tous les dépôts sont refusés.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corrections sont dans la PR #10, avec leurs tests dans admin_test.py. Le compteur de version est une recommandation pour my.mips.mu ; la référence garde l'horodatage pour ne pas changer son schéma.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 dans la PR #10 (Kyc::hasHandled, onboarding_case_handlers). Sur une base existante, la table est remplie avec le créateur et l'analyste actuel de chaque dossier ; les réassignations passées ne peuvent pas être reconstituées.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onze suites du prototype (590 vérifications, tests/ dans le dépôt) servent de base : chaque palier reprend les scénarios et les montants attendus de ses suites.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blocage des tentatives par compte.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5778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jamais intervenu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approbation et rejet interdits à qui a créé, instruit ou réassigné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590 vérifications de référence à reprendre</a:t>
            </a:r>
            <a:endParaRPr lang="en-US" sz="3000" dirty="0"/>
          </a:p>
        </p:txBody>
      </p:sp>
      <p:graphicFrame>
        <p:nvGraphicFramePr>
          <p:cNvPr id="10" name="suit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760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Portail marchand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staff_onboarding_test.py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(personnel)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onboarding_approval_test.py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Approbation KYC, double regard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Rapprochement MCB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(émulateur)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merchants_test.py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Fiches marchands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antivirus_clamav_test.py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Antivirus ClamAV (clamscan, clamd)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staff_2fa_required_test.py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2FA obligatoire du 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Comptes, 2FA, audit, blocage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how"/>
          <p:cNvSpPr/>
          <p:nvPr/>
        </p:nvSpPr>
        <p:spPr>
          <a:xfrm>
            <a:off x="6492240" y="123444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how-dot"/>
          <p:cNvSpPr/>
          <p:nvPr/>
        </p:nvSpPr>
        <p:spPr>
          <a:xfrm>
            <a:off x="6693408" y="145389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13441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Comment elles tournent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tests/run_tests.sh : base jetable, SMTP et BigQuery simulés, serveur PHP local. Elles pilotent l'API comme un navigateur.</a:t>
            </a:r>
            <a:endParaRPr lang="en-US" sz="1300" dirty="0"/>
          </a:p>
        </p:txBody>
      </p:sp>
      <p:sp>
        <p:nvSpPr>
          <p:cNvPr id="8" name="keep"/>
          <p:cNvSpPr/>
          <p:nvPr/>
        </p:nvSpPr>
        <p:spPr>
          <a:xfrm>
            <a:off x="6492240" y="283464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keep-dot"/>
          <p:cNvSpPr/>
          <p:nvPr/>
        </p:nvSpPr>
        <p:spPr>
          <a:xfrm>
            <a:off x="6693408" y="305409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9443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se reprend tel quel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474720"/>
            <a:ext cx="48920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jeux de données fictifs (tests/fixtures/) et les résultats attendus calculés à la main : indépendants de la stack.</a:t>
            </a:r>
            <a:endParaRPr lang="en-US" sz="1300" dirty="0"/>
          </a:p>
        </p:txBody>
      </p:sp>
      <p:sp>
        <p:nvSpPr>
          <p:cNvPr id="12" name="adapt"/>
          <p:cNvSpPr/>
          <p:nvPr/>
        </p:nvSpPr>
        <p:spPr>
          <a:xfrm>
            <a:off x="649224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adapt-dot"/>
          <p:cNvSpPr/>
          <p:nvPr/>
        </p:nvSpPr>
        <p:spPr>
          <a:xfrm>
            <a:off x="6693408" y="479145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468172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s'adapte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5212080"/>
            <a:ext cx="48920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appels HTTP, si l'API de my.mips.mu diffère. Les scénarios et les montants ne changent pas.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5532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Quatorze erreurs volontaires dans le code ont toutes été détectées. Données uniquement fictives.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pièges trouvés par les tests, à ne pas reproduire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Blocage des connexions par adresse IP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Avant : 5 échecs depuis une IP bloquaient tous les comptes derrière elle, donc tout le bureau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Une connexion réussie effaçait les compteurs de l'IP : un compte valide permettait d'attaquer les autres sans limite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Mot de passe oublié et inscriptions comptaient comme des échecs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échecs par compte, toutes adresses confondues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échecs par IP, tous comptes confondus (réglable)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Succès = remise à zéro de ce compte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Quotas séparés pour les emails et les inscriptions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Sessions après changement de mot de passe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Les sessions sont fermées en comparant l'heure du dernier changement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Stockée à la seconde : deux changements dans la même seconde laissaient survivre une session ouverte entre les deux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Corrigé dans la référence : heure à la microseconde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Recommandé pour my.mips.mu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947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compteur de version de session, incrémenté à chaque changement de mot de passe, de rôle ou de 2FA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Aucune dépendance à l'horloge, plus simple à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Troisième piège : un double regard qu'on pouvait contourner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 contrôle comparait l'approbateur à l'analyste du moment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analyste ayant le rôle d'approbateur réassignait le dossier à un collègue, puis l'approuvait ou le rejetait lui-même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Trouvé par onboarding_approval_test.py, pas par la relecture du code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23360"/>
            <a:ext cx="54864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 peut pas trancher : le créateur du dossier, tout analyste qui en a été chargé, quiconque a changé l'attribution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Ces personnes sont enregistrées au fil de l'eau (table onboarding_case_handlers), jamais déduites de l'état courant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Même règle pour l'approbation et pour le rejet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Leçon pour tous les contrôles à quatre yeux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double regard se vérifie sur l'historique des intervenants, pas sur un seul champ modifiable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Tester le contournement, pas seulement le cas nominal : réassigner, créer, puis décider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appliquer aux futurs contrôles : facturation, rapprochement, reversements du trust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Conséquence d'organisation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023360"/>
            <a:ext cx="53035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 faut au moins un approbateur qui n'instruit pas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Sans lui, personne ne peut trancher le dossier : c'est voulu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de la spec et les scénarios des suites de référence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2026-10-30T14:52:14Z</dcterms:created>
  <dcterms:modified xsi:type="dcterms:W3CDTF">2026-10-30T14:52:14Z</dcterms:modified>
</cp:coreProperties>
</file>